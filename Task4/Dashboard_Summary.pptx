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33690-602E-4933-B62C-B912EC6D43A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A2347-5B02-495E-8109-60DB8FDE92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1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99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73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57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58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09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31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03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87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15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95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9EDA5-D624-45CF-94EC-39164F70910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B969E56-9D1F-4896-B702-70CF2A480B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5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F5BD-6BF8-B861-B3BD-3DE894BC7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471"/>
            <a:ext cx="9144000" cy="1104491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Executive Sales Performance Dashboard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Sales &amp; Profit Analysis using Tableau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CEE18-61A9-9182-BA99-FA0BB13B3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2980"/>
            <a:ext cx="4803058" cy="1655762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Date:17-02-2026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Siddirala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Sripriya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1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61437A-E0B1-E82C-A0C0-2DBC0A61B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1" y="547028"/>
            <a:ext cx="11717718" cy="57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1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42D3-1655-09EA-4F33-6CD84E97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327" y="1335462"/>
            <a:ext cx="9603275" cy="68506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B5AB0-1D97-818B-751D-A0F5305A9F94}"/>
              </a:ext>
            </a:extLst>
          </p:cNvPr>
          <p:cNvSpPr txBox="1"/>
          <p:nvPr/>
        </p:nvSpPr>
        <p:spPr>
          <a:xfrm>
            <a:off x="1466327" y="2326037"/>
            <a:ext cx="67547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dashboard for business stakeholders.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dataset (Kaggle source)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Tableau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98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2E8C-99AF-4245-4480-D6816007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3110"/>
            <a:ext cx="9603275" cy="57064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and KPIs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A2890-D0A8-811B-EC21-5BD999CF1BCA}"/>
              </a:ext>
            </a:extLst>
          </p:cNvPr>
          <p:cNvSpPr txBox="1"/>
          <p:nvPr/>
        </p:nvSpPr>
        <p:spPr>
          <a:xfrm>
            <a:off x="1451579" y="2274838"/>
            <a:ext cx="88932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.Total Sales: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 22,97,201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 2,86,397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12.46%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business generated ₹22.9L in revenue with a healthy profit margin of 12.46%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54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49F8-AE46-F45C-1424-F3670C881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830" y="1305964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ABC8B-8B7B-4CC5-A7BC-27B57FA52622}"/>
              </a:ext>
            </a:extLst>
          </p:cNvPr>
          <p:cNvSpPr txBox="1"/>
          <p:nvPr/>
        </p:nvSpPr>
        <p:spPr>
          <a:xfrm>
            <a:off x="1436830" y="2223841"/>
            <a:ext cx="80083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Monthly Sales Trend (2014–2017)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Highest growth month showed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243% increase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months showed decline (e.g., -37%)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89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C825-7F57-1AB7-B162-CA8F210D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29136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E930F-10DF-E824-E69E-B21C64B82844}"/>
              </a:ext>
            </a:extLst>
          </p:cNvPr>
          <p:cNvSpPr txBox="1"/>
          <p:nvPr/>
        </p:nvSpPr>
        <p:spPr>
          <a:xfrm>
            <a:off x="1451578" y="2090172"/>
            <a:ext cx="91377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Region: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performing region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performance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&amp; South: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Moderate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West region contributes the highest revenue.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6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B4F8-7ED4-42B6-1BEE-971B26C3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35461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E8545-F8D1-C9D5-DB84-40DF31F1BD7A}"/>
              </a:ext>
            </a:extLst>
          </p:cNvPr>
          <p:cNvSpPr txBox="1"/>
          <p:nvPr/>
        </p:nvSpPr>
        <p:spPr>
          <a:xfrm>
            <a:off x="1451580" y="2227007"/>
            <a:ext cx="9603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sales contributor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Moderate sales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category drives maximum revenue.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1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0F07-AF6D-A54F-FB45-C0D9DED3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35461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F50EB-86B3-F5FE-BB47-24D63135AF24}"/>
              </a:ext>
            </a:extLst>
          </p:cNvPr>
          <p:cNvSpPr txBox="1"/>
          <p:nvPr/>
        </p:nvSpPr>
        <p:spPr>
          <a:xfrm>
            <a:off x="1451578" y="2138516"/>
            <a:ext cx="9978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included: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 (2014–2017)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Segment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dynamically analyze performance by selecting specific criteria.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36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9501-D5C1-232A-E9B5-652800A65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1719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2DFBF-02F7-A22F-C5CE-917C52EBEAE9}"/>
              </a:ext>
            </a:extLst>
          </p:cNvPr>
          <p:cNvSpPr txBox="1"/>
          <p:nvPr/>
        </p:nvSpPr>
        <p:spPr>
          <a:xfrm>
            <a:off x="1451579" y="1966055"/>
            <a:ext cx="75069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revenue generation with 12.46% profitability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Technology &amp; West region are key drivers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Growth fluctuates month-to-month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regions/categories need improvement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0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CE0E8-8904-E0E7-C731-D7149D77DFD3}"/>
              </a:ext>
            </a:extLst>
          </p:cNvPr>
          <p:cNvSpPr txBox="1"/>
          <p:nvPr/>
        </p:nvSpPr>
        <p:spPr>
          <a:xfrm>
            <a:off x="3392129" y="2490922"/>
            <a:ext cx="548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943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253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Times New Roman</vt:lpstr>
      <vt:lpstr>Gallery</vt:lpstr>
      <vt:lpstr>Executive Sales Performance Dashboard Sales &amp; Profit Analysis using Tableau</vt:lpstr>
      <vt:lpstr>PowerPoint Presentation</vt:lpstr>
      <vt:lpstr>Project Overview</vt:lpstr>
      <vt:lpstr>Key Metrics and KPIs</vt:lpstr>
      <vt:lpstr>Time-Series Analysis</vt:lpstr>
      <vt:lpstr>Regional Analysis</vt:lpstr>
      <vt:lpstr>Category Performance</vt:lpstr>
      <vt:lpstr>Interactive Filters</vt:lpstr>
      <vt:lpstr>Business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siddiralasripriya@gmail.com</dc:creator>
  <cp:lastModifiedBy>siddiralasripriya@gmail.com</cp:lastModifiedBy>
  <cp:revision>1</cp:revision>
  <dcterms:created xsi:type="dcterms:W3CDTF">2026-02-17T16:24:50Z</dcterms:created>
  <dcterms:modified xsi:type="dcterms:W3CDTF">2026-02-17T16:51:41Z</dcterms:modified>
</cp:coreProperties>
</file>